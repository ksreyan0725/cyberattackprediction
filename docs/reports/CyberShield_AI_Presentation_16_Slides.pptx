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323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154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85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44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348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213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054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58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71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53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272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555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446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33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013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355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062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53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40775"/>
            <a:ext cx="7772400" cy="2084438"/>
          </a:xfrm>
        </p:spPr>
        <p:txBody>
          <a:bodyPr/>
          <a:lstStyle/>
          <a:p>
            <a:r>
              <a:rPr dirty="0"/>
              <a:t>CyberShield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43200"/>
            <a:ext cx="6400800" cy="2895600"/>
          </a:xfrm>
        </p:spPr>
        <p:txBody>
          <a:bodyPr/>
          <a:lstStyle/>
          <a:p>
            <a:r>
              <a:rPr dirty="0"/>
              <a:t>Advanced Cyber Attack Prediction using Interpretable Machine</a:t>
            </a:r>
            <a:r>
              <a:rPr lang="en-US" dirty="0"/>
              <a:t> </a:t>
            </a:r>
            <a:r>
              <a:rPr dirty="0"/>
              <a:t>Learning</a:t>
            </a:r>
          </a:p>
          <a:p>
            <a:endParaRPr dirty="0"/>
          </a:p>
          <a:p>
            <a:r>
              <a:rPr dirty="0"/>
              <a:t>College Project: Final Technical </a:t>
            </a:r>
            <a:r>
              <a:rPr lang="en-US" dirty="0"/>
              <a:t>Presentation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Transformation: Rapid shift to cloud and IoT has increased the attack surface.</a:t>
            </a:r>
          </a:p>
          <a:p>
            <a:r>
              <a:t>Evolution of Threats: Malware and DDoS attacks are now AI-powered, requiring an AI-powered defense.</a:t>
            </a:r>
          </a:p>
          <a:p>
            <a:r>
              <a:t>Motivation: To build a system that doesn't just block traffic, but understands the 'intent' of every packet.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Rising Sophistication: Modern network threats bypass traditional static rules and firewalls.</a:t>
            </a:r>
          </a:p>
          <a:p>
            <a:r>
              <a:t>The 'Black Box' Problem: Designers and admins often don't know WHY an AI flagged a user.</a:t>
            </a:r>
          </a:p>
          <a:p>
            <a:r>
              <a:t>Alert Fatigue: High false-positive rates causing security teams to overlook actual breaches.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Real-Time Attack Classification: Instant detection of Probe, DoS, U2R, and R2L threats.</a:t>
            </a:r>
          </a:p>
          <a:p>
            <a:r>
              <a:rPr dirty="0"/>
              <a:t>Robustness: Ensuring high performance across diverse datasets (IoT vs. Enterprise).</a:t>
            </a:r>
          </a:p>
          <a:p>
            <a:r>
              <a:rPr dirty="0"/>
              <a:t>Explainability (XAI): Using SHAP logic to provide human-readable evidence for AI decisions.</a:t>
            </a:r>
          </a:p>
          <a:p>
            <a:r>
              <a:rPr dirty="0"/>
              <a:t>Operational Security: Hardening the software itself against unauthorized tampering.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Data Tier: Automated pipelines for ingestion and categorical encoding.</a:t>
            </a:r>
          </a:p>
          <a:p>
            <a:r>
              <a:t>Processing Tier: High-performance StandardScaler and Feature Engineering.</a:t>
            </a:r>
          </a:p>
          <a:p>
            <a:r>
              <a:t>Intelligence Tier: Random Forest Ensemble linked to SHAP interpretability engines.</a:t>
            </a:r>
          </a:p>
          <a:p>
            <a:r>
              <a:t>Delivery Tier: Flask 3.1.3 Web Server with Jinja2 glassmorphic templates.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Analytics: Python 3.13, Pandas, NumPy.</a:t>
            </a:r>
          </a:p>
          <a:p>
            <a:r>
              <a:t>Machine Learning: Scikit-Learn for the classifier pipeline.</a:t>
            </a:r>
          </a:p>
          <a:p>
            <a:r>
              <a:t>Interpretability: SHAP (Shapley Additive Explanations) library.</a:t>
            </a:r>
          </a:p>
          <a:p>
            <a:r>
              <a:t>Web Framework: Flask with secure session management and PBKDF2 hashing.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NSL-KDD: Classic benchmark for intrusion detection research.</a:t>
            </a:r>
          </a:p>
          <a:p>
            <a:r>
              <a:t>CICIDS 2017: Captures modern traffic patterns and diverse attack profiles.</a:t>
            </a:r>
          </a:p>
          <a:p>
            <a:r>
              <a:t>CICDDoS 2019: Specialized in Distributed Denial of Service signature analysis.</a:t>
            </a:r>
          </a:p>
          <a:p>
            <a:r>
              <a:t>X-IIoTID: Emerging threats in Industrial Internet of Things environments.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Phase 1: Removing redundancies and handling infinite/missing values.</a:t>
            </a:r>
          </a:p>
          <a:p>
            <a:r>
              <a:t>Phase 2: Categorical Encoding (Label Encoding) for mathematical processing.</a:t>
            </a:r>
          </a:p>
          <a:p>
            <a:r>
              <a:t>Phase 3: Standard Scaling to ensure feature-weight parity.</a:t>
            </a:r>
          </a:p>
          <a:p>
            <a:r>
              <a:t>Phase 4: 80/20 Train-Test split for unbiased model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Engine: Random Forest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Why RF?: Superior handling of large feature sets (41+ dimensions).</a:t>
            </a:r>
          </a:p>
          <a:p>
            <a:r>
              <a:t>Ensemble Power: Using a 'Committee' of 100+ Decision Trees to vote on the result.</a:t>
            </a:r>
          </a:p>
          <a:p>
            <a:r>
              <a:t>Overfitting Protection: Random feature selection ensures balanced learning.</a:t>
            </a:r>
          </a:p>
          <a:p>
            <a:r>
              <a:t>Efficiency: High-speed classification optimized for real-time network streams.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Benchmarking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Comparative Analysis: Tested Random Forest against SVM, KNN, and Logistic Regression.</a:t>
            </a:r>
          </a:p>
          <a:p>
            <a:r>
              <a:t>Selection Criteria: Random Forest consistently outperformed in 'Recall' (Catching attacks).</a:t>
            </a:r>
          </a:p>
          <a:p>
            <a:r>
              <a:t>Performance Split: RF achieved the best balance between accuracy and computational speed.</a:t>
            </a:r>
          </a:p>
          <a:p>
            <a:r>
              <a:t>Verdict: RF selected as the production core for CyberShield AI.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Explainable AI (SHAP)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Bridging the Gap: Moving from 'Black Box' to 'Glass Box' AI.</a:t>
            </a:r>
          </a:p>
          <a:p>
            <a:r>
              <a:t>Feature Attribution: Assigning a mathematical 'blame' or 'credit' to every input packet.</a:t>
            </a:r>
          </a:p>
          <a:p>
            <a:r>
              <a:t>Local Explanation: Why was THIS specific user blocked?</a:t>
            </a:r>
          </a:p>
          <a:p>
            <a:r>
              <a:t>Global Awareness: Identifying the top 10 most dangerous indicators overall.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Inference &amp;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Accuracy: 98.4% total predictive success rate.</a:t>
            </a:r>
          </a:p>
          <a:p>
            <a:r>
              <a:t>Precision &amp; Recall: Optimized to catch stealthy R2L and U2R attacks.</a:t>
            </a:r>
          </a:p>
          <a:p>
            <a:r>
              <a:t>Latency: 12ms average response time, enabling line-rate monitoring.</a:t>
            </a:r>
          </a:p>
          <a:p>
            <a:r>
              <a:t>Hardware Health: Verified low CPU overhead during peak training loads.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CyberShield Web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Liquid-Glass UI: Interactive, glassmorphic design for modern security Ops.</a:t>
            </a:r>
          </a:p>
          <a:p>
            <a:r>
              <a:t>Live Telemetry: Real-time heartbeats and system status verification.</a:t>
            </a:r>
          </a:p>
          <a:p>
            <a:r>
              <a:t>Project Explorer: Access to raw technical documentation and datasets in-browser.</a:t>
            </a:r>
          </a:p>
          <a:p>
            <a:r>
              <a:t>Model Control: One-click training and re-evaluation via the web interface.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Data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Identity Security: Salted &amp; Hashed passwords (PBKDF2-SHA256).</a:t>
            </a:r>
          </a:p>
          <a:p>
            <a:r>
              <a:t>Access Control: Master Admin accounts and secure session lockouts.</a:t>
            </a:r>
          </a:p>
          <a:p>
            <a:r>
              <a:t>Middleware: CSRF protection and security-first HTTP headers.</a:t>
            </a:r>
          </a:p>
          <a:p>
            <a:r>
              <a:t>Database: Persistent JSON credential storage with self-healing capabilities.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Road Ahead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Summary: Successfully delivered a practical, interpretable security tool.</a:t>
            </a:r>
          </a:p>
          <a:p>
            <a:r>
              <a:t>Impact: Demonstrates high-accuracy IDS with human-readable reasoning.</a:t>
            </a:r>
          </a:p>
          <a:p>
            <a:r>
              <a:t>Scalability: Future work involves Cloud API integration and LSTM expansion.</a:t>
            </a:r>
          </a:p>
          <a:p>
            <a:r>
              <a:t>Final Goal: Towards an Autonomous, Self-Healing Network Defense.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Thank you for your attention. I am now open to any technical questions.</a:t>
            </a:r>
          </a:p>
          <a:p>
            <a:r>
              <a:rPr dirty="0"/>
              <a:t>Selected References: Sci-kit Learn (</a:t>
            </a:r>
            <a:r>
              <a:rPr lang="en-IN" b="1" dirty="0"/>
              <a:t>Pedregosa et al., 2011</a:t>
            </a:r>
            <a:r>
              <a:rPr dirty="0"/>
              <a:t>), SHAP (</a:t>
            </a:r>
            <a:r>
              <a:rPr lang="en-IN" b="1" dirty="0"/>
              <a:t>Lundberg et al., 2017</a:t>
            </a:r>
            <a:r>
              <a:rPr dirty="0"/>
              <a:t>).</a:t>
            </a:r>
          </a:p>
          <a:p>
            <a:r>
              <a:rPr dirty="0"/>
              <a:t>Source Code: GitHub - CyberShield AI.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10</TotalTime>
  <Words>773</Words>
  <Application>Microsoft Office PowerPoint</Application>
  <PresentationFormat>On-screen Show (4:3)</PresentationFormat>
  <Paragraphs>76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Corbel</vt:lpstr>
      <vt:lpstr>Parallax</vt:lpstr>
      <vt:lpstr>CyberShield AI</vt:lpstr>
      <vt:lpstr>Introduction &amp; Motivation</vt:lpstr>
      <vt:lpstr>The Problem Statement</vt:lpstr>
      <vt:lpstr>Project Objectives</vt:lpstr>
      <vt:lpstr>Technical Architecture Map</vt:lpstr>
      <vt:lpstr>Technology Stack</vt:lpstr>
      <vt:lpstr>Dataset Intelligence</vt:lpstr>
      <vt:lpstr>Machine Learning Methodology</vt:lpstr>
      <vt:lpstr>The Core Engine: Random Forest</vt:lpstr>
      <vt:lpstr>Algorithm Benchmarking</vt:lpstr>
      <vt:lpstr>Explainable AI (SHAP)</vt:lpstr>
      <vt:lpstr>Inference &amp; Performance Metrics</vt:lpstr>
      <vt:lpstr>CyberShield Web Dashboard</vt:lpstr>
      <vt:lpstr>Security &amp; Data Hardening</vt:lpstr>
      <vt:lpstr>Conclusion &amp; Road Ahead</vt:lpstr>
      <vt:lpstr>Questions &amp; Bibliography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Kumar Sreyan Pattanayak</cp:lastModifiedBy>
  <cp:revision>3</cp:revision>
  <dcterms:created xsi:type="dcterms:W3CDTF">2013-01-27T09:14:16Z</dcterms:created>
  <dcterms:modified xsi:type="dcterms:W3CDTF">2026-04-19T11:48:24Z</dcterms:modified>
  <cp:category/>
</cp:coreProperties>
</file>